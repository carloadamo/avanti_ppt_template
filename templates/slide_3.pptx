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3"/>
  </p:notesMasterIdLst>
  <p:handoutMasterIdLst>
    <p:handoutMasterId r:id="rId4"/>
  </p:handoutMasterIdLst>
  <p:sldIdLst>
    <p:sldId id="2147471119" r:id="rId2"/>
  </p:sldIdLst>
  <p:sldSz cx="12192000" cy="6858000"/>
  <p:notesSz cx="6858000" cy="9144000"/>
  <p:custDataLst>
    <p:tags r:id="rId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d. Project process / approach / methodology" id="{A2B9B60E-8F8A-5844-94F7-62738996B720}">
          <p14:sldIdLst/>
        </p14:section>
        <p14:section name="1e. Project details (timeline, plan, team, data requests etc.)" id="{FEAB0DDD-25DF-C34D-82AD-5A1C04B800F9}">
          <p14:sldIdLst>
            <p14:sldId id="2147471119"/>
          </p14:sldIdLst>
        </p14:section>
        <p14:section name="2. Project overview" id="{D50D576B-1B2B-9D43-B7AC-03F274E534E3}">
          <p14:sldIdLst/>
        </p14:section>
        <p14:section name="5. Risk management slides" id="{EBBBD736-0929-7B4D-BE82-A2F0A914A1F6}">
          <p14:sldIdLst/>
        </p14:section>
        <p14:section name="6. Workshop presentations" id="{7C0C9311-162F-6740-8B67-AD3FAA8FF378}">
          <p14:sldIdLst/>
        </p14:section>
        <p14:section name="6a. Workshop agendas and objectives" id="{FE661F07-ACF9-6B49-A0DB-41C0C32C239F}">
          <p14:sldIdLst/>
        </p14:section>
        <p14:section name="6c. Outline of data-driven workshop deck" id="{B26C91AD-F439-9A4C-B260-4421599E6F8A}">
          <p14:sldIdLst/>
        </p14:section>
        <p14:section name="6d. Outline of co-creation workshop" id="{CBE2A304-934F-0744-8B3D-378D60189CC7}">
          <p14:sldIdLst/>
        </p14:section>
        <p14:section name="6e. Outline of exercise and skill building workshop" id="{684FAC63-C081-C54D-A671-18FFD3A1FDAE}">
          <p14:sldIdLst/>
        </p14:section>
        <p14:section name="Steering Committee / Sounding Board meetings" id="{1F7459C3-553E-104A-A2E8-60A029E873C6}">
          <p14:sldIdLst/>
        </p14:section>
        <p14:section name="7a. General SteerCo slides" id="{C8CCDDC1-DBFC-8C4B-972E-CF9DF111AD2E}">
          <p14:sldIdLst/>
        </p14:section>
        <p14:section name="7b. Sounding Board deck" id="{7F35CDF5-39A5-2745-82B0-EC766DADE5B4}">
          <p14:sldIdLst/>
        </p14:section>
        <p14:section name="8. Board meetings" id="{48703E33-A4BE-7D4A-A6FF-254C5BF1754D}">
          <p14:sldIdLst/>
        </p14:section>
        <p14:section name="8a. Executive summaries" id="{376F5D8A-0CF9-F840-9C92-F1E7250D464B}">
          <p14:sldIdLst/>
        </p14:section>
        <p14:section name="8b. Full board deck #1" id="{3406B5A5-A2F2-C34E-85A6-F429DA4DA6C5}">
          <p14:sldIdLst/>
        </p14:section>
        <p14:section name="8c. Full board deck #2" id="{CE8FD35F-1976-104B-BE0B-D18D4DDA32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876"/>
    <p:restoredTop sz="93541"/>
  </p:normalViewPr>
  <p:slideViewPr>
    <p:cSldViewPr snapToGrid="0" showGuides="1">
      <p:cViewPr varScale="1">
        <p:scale>
          <a:sx n="102" d="100"/>
          <a:sy n="102" d="100"/>
        </p:scale>
        <p:origin x="192" y="584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12/16/25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12/16/25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F850ED8E-8C63-D562-1223-537C0BF09E39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 bwMode="black"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5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9" Type="http://schemas.openxmlformats.org/officeDocument/2006/relationships/tags" Target="../tags/tag36.xml"/><Relationship Id="rId21" Type="http://schemas.openxmlformats.org/officeDocument/2006/relationships/tags" Target="../tags/tag18.xml"/><Relationship Id="rId34" Type="http://schemas.openxmlformats.org/officeDocument/2006/relationships/tags" Target="../tags/tag31.xml"/><Relationship Id="rId42" Type="http://schemas.openxmlformats.org/officeDocument/2006/relationships/tags" Target="../tags/tag39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37" Type="http://schemas.openxmlformats.org/officeDocument/2006/relationships/tags" Target="../tags/tag34.xml"/><Relationship Id="rId40" Type="http://schemas.openxmlformats.org/officeDocument/2006/relationships/tags" Target="../tags/tag37.xml"/><Relationship Id="rId45" Type="http://schemas.openxmlformats.org/officeDocument/2006/relationships/tags" Target="../tags/tag42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tags" Target="../tags/tag33.xml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4" Type="http://schemas.openxmlformats.org/officeDocument/2006/relationships/tags" Target="../tags/tag41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tags" Target="../tags/tag32.xml"/><Relationship Id="rId43" Type="http://schemas.openxmlformats.org/officeDocument/2006/relationships/tags" Target="../tags/tag40.xml"/><Relationship Id="rId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38" Type="http://schemas.openxmlformats.org/officeDocument/2006/relationships/tags" Target="../tags/tag35.xml"/><Relationship Id="rId20" Type="http://schemas.openxmlformats.org/officeDocument/2006/relationships/tags" Target="../tags/tag17.xml"/><Relationship Id="rId41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244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A066A6-FCB9-FEF2-E2F8-C1D85353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[Project] will evolve through four main phases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703576-0142-C100-4DFE-0F45E0EC3C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9A852880-53BA-5130-2C53-B11491A08FBE}"/>
              </a:ext>
            </a:extLst>
          </p:cNvPr>
          <p:cNvSpPr/>
          <p:nvPr/>
        </p:nvSpPr>
        <p:spPr>
          <a:xfrm>
            <a:off x="2194860" y="1917778"/>
            <a:ext cx="2514331" cy="585216"/>
          </a:xfrm>
          <a:prstGeom prst="homePlat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1]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D0BA6521-0D24-E51D-BEF8-C85845D89DFB}"/>
              </a:ext>
            </a:extLst>
          </p:cNvPr>
          <p:cNvSpPr/>
          <p:nvPr/>
        </p:nvSpPr>
        <p:spPr>
          <a:xfrm>
            <a:off x="6813576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3]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853E7A68-6FA9-2EB0-FF05-4805C59137DF}"/>
              </a:ext>
            </a:extLst>
          </p:cNvPr>
          <p:cNvSpPr/>
          <p:nvPr/>
        </p:nvSpPr>
        <p:spPr>
          <a:xfrm>
            <a:off x="9122933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4]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6976F1-F013-3F06-D091-428F91489AF7}"/>
              </a:ext>
            </a:extLst>
          </p:cNvPr>
          <p:cNvSpPr/>
          <p:nvPr/>
        </p:nvSpPr>
        <p:spPr>
          <a:xfrm>
            <a:off x="554736" y="2605034"/>
            <a:ext cx="1589374" cy="4887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Key meetings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BAE5C-4A2C-3898-88E6-F637F61334A8}"/>
              </a:ext>
            </a:extLst>
          </p:cNvPr>
          <p:cNvSpPr/>
          <p:nvPr/>
        </p:nvSpPr>
        <p:spPr>
          <a:xfrm>
            <a:off x="554736" y="5369943"/>
            <a:ext cx="1589374" cy="100584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Responsible leads and participants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39ABEC-1E38-5400-D193-EA5DA5E30BC3}"/>
              </a:ext>
            </a:extLst>
          </p:cNvPr>
          <p:cNvSpPr/>
          <p:nvPr/>
        </p:nvSpPr>
        <p:spPr>
          <a:xfrm>
            <a:off x="554735" y="3181931"/>
            <a:ext cx="777240" cy="2099846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 err="1">
                <a:solidFill>
                  <a:schemeClr val="bg1"/>
                </a:solidFill>
              </a:rPr>
              <a:t>Delive-rables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D1C05-9982-988D-A29D-E7CBDEB3FAAD}"/>
              </a:ext>
            </a:extLst>
          </p:cNvPr>
          <p:cNvSpPr/>
          <p:nvPr/>
        </p:nvSpPr>
        <p:spPr>
          <a:xfrm>
            <a:off x="1366870" y="4275937"/>
            <a:ext cx="777240" cy="1005840"/>
          </a:xfrm>
          <a:prstGeom prst="rect">
            <a:avLst/>
          </a:prstGeom>
          <a:solidFill>
            <a:schemeClr val="accent1">
              <a:alpha val="57685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track]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ADBCD-CA4A-3746-1CD5-66FFFDB9D2CC}"/>
              </a:ext>
            </a:extLst>
          </p:cNvPr>
          <p:cNvSpPr/>
          <p:nvPr/>
        </p:nvSpPr>
        <p:spPr>
          <a:xfrm>
            <a:off x="1366870" y="3181931"/>
            <a:ext cx="777240" cy="1005840"/>
          </a:xfrm>
          <a:prstGeom prst="rect">
            <a:avLst/>
          </a:prstGeom>
          <a:solidFill>
            <a:schemeClr val="accent1">
              <a:alpha val="57685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track]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3C13B2-C0F1-C972-2ABB-0C7A854FA397}"/>
              </a:ext>
            </a:extLst>
          </p:cNvPr>
          <p:cNvCxnSpPr>
            <a:cxnSpLocks/>
          </p:cNvCxnSpPr>
          <p:nvPr/>
        </p:nvCxnSpPr>
        <p:spPr>
          <a:xfrm flipH="1">
            <a:off x="554736" y="3137848"/>
            <a:ext cx="11082528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8DCA8C-9B92-961A-BD9A-4782681E2FD9}"/>
              </a:ext>
            </a:extLst>
          </p:cNvPr>
          <p:cNvCxnSpPr>
            <a:cxnSpLocks/>
          </p:cNvCxnSpPr>
          <p:nvPr/>
        </p:nvCxnSpPr>
        <p:spPr>
          <a:xfrm>
            <a:off x="2194860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26F987-FE90-B686-EFE4-02343DBA4540}"/>
              </a:ext>
            </a:extLst>
          </p:cNvPr>
          <p:cNvSpPr txBox="1"/>
          <p:nvPr/>
        </p:nvSpPr>
        <p:spPr>
          <a:xfrm>
            <a:off x="2733755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657E00-6BC9-D88B-F571-7885E1A04A9C}"/>
              </a:ext>
            </a:extLst>
          </p:cNvPr>
          <p:cNvCxnSpPr>
            <a:cxnSpLocks/>
          </p:cNvCxnSpPr>
          <p:nvPr/>
        </p:nvCxnSpPr>
        <p:spPr>
          <a:xfrm>
            <a:off x="6813576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86507F-7DAF-9839-41A6-331B5278AB81}"/>
              </a:ext>
            </a:extLst>
          </p:cNvPr>
          <p:cNvCxnSpPr>
            <a:cxnSpLocks/>
          </p:cNvCxnSpPr>
          <p:nvPr/>
        </p:nvCxnSpPr>
        <p:spPr>
          <a:xfrm>
            <a:off x="9122933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610A29-CD48-AA63-FF8C-571972B78671}"/>
              </a:ext>
            </a:extLst>
          </p:cNvPr>
          <p:cNvSpPr txBox="1"/>
          <p:nvPr/>
        </p:nvSpPr>
        <p:spPr>
          <a:xfrm>
            <a:off x="7352471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0A97BC-9F05-7141-CBA9-55DFBF66ABC8}"/>
              </a:ext>
            </a:extLst>
          </p:cNvPr>
          <p:cNvSpPr txBox="1"/>
          <p:nvPr/>
        </p:nvSpPr>
        <p:spPr>
          <a:xfrm>
            <a:off x="9523783" y="1650809"/>
            <a:ext cx="1430715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53D7A0-978E-45DA-ED9F-BC890CEFCEB8}"/>
              </a:ext>
            </a:extLst>
          </p:cNvPr>
          <p:cNvCxnSpPr>
            <a:cxnSpLocks/>
          </p:cNvCxnSpPr>
          <p:nvPr/>
        </p:nvCxnSpPr>
        <p:spPr>
          <a:xfrm flipH="1">
            <a:off x="554736" y="5325860"/>
            <a:ext cx="11082528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50BBEE-E850-72E6-7946-068060D4B1DD}"/>
              </a:ext>
            </a:extLst>
          </p:cNvPr>
          <p:cNvCxnSpPr>
            <a:cxnSpLocks/>
          </p:cNvCxnSpPr>
          <p:nvPr/>
        </p:nvCxnSpPr>
        <p:spPr>
          <a:xfrm flipH="1">
            <a:off x="1366870" y="4231853"/>
            <a:ext cx="10270394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FBD59-FD58-B57F-06E1-EED3A35F86F3}"/>
              </a:ext>
            </a:extLst>
          </p:cNvPr>
          <p:cNvSpPr/>
          <p:nvPr/>
        </p:nvSpPr>
        <p:spPr>
          <a:xfrm>
            <a:off x="2194860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3466FB-34FE-0AAD-78C1-BC10BAC171CC}"/>
              </a:ext>
            </a:extLst>
          </p:cNvPr>
          <p:cNvSpPr/>
          <p:nvPr/>
        </p:nvSpPr>
        <p:spPr>
          <a:xfrm>
            <a:off x="2194860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F9CA1E-A38B-6AD1-A6FB-7B2CB88E0D2A}"/>
              </a:ext>
            </a:extLst>
          </p:cNvPr>
          <p:cNvSpPr/>
          <p:nvPr/>
        </p:nvSpPr>
        <p:spPr>
          <a:xfrm>
            <a:off x="2194860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A10671-F6B6-49D8-8D11-74C54D748051}"/>
              </a:ext>
            </a:extLst>
          </p:cNvPr>
          <p:cNvSpPr txBox="1"/>
          <p:nvPr/>
        </p:nvSpPr>
        <p:spPr>
          <a:xfrm>
            <a:off x="3424687" y="367485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C5DA8A-CCD9-901C-3714-C0B55AD74ECF}"/>
              </a:ext>
            </a:extLst>
          </p:cNvPr>
          <p:cNvSpPr/>
          <p:nvPr/>
        </p:nvSpPr>
        <p:spPr>
          <a:xfrm>
            <a:off x="6813576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D70C50-2B2E-A4DF-7332-42408BFD3733}"/>
              </a:ext>
            </a:extLst>
          </p:cNvPr>
          <p:cNvSpPr/>
          <p:nvPr/>
        </p:nvSpPr>
        <p:spPr>
          <a:xfrm>
            <a:off x="6813576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97CF0A-C5EB-9762-9358-0B111CAB2EFB}"/>
              </a:ext>
            </a:extLst>
          </p:cNvPr>
          <p:cNvSpPr/>
          <p:nvPr/>
        </p:nvSpPr>
        <p:spPr>
          <a:xfrm>
            <a:off x="6813576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ACACAF-DFAB-0572-418C-F3DEFA1FB8DF}"/>
              </a:ext>
            </a:extLst>
          </p:cNvPr>
          <p:cNvSpPr/>
          <p:nvPr/>
        </p:nvSpPr>
        <p:spPr>
          <a:xfrm>
            <a:off x="9122933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711B61-4B51-4933-A49E-A83ACECA07BF}"/>
              </a:ext>
            </a:extLst>
          </p:cNvPr>
          <p:cNvSpPr/>
          <p:nvPr/>
        </p:nvSpPr>
        <p:spPr>
          <a:xfrm>
            <a:off x="9122933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499D55-CB3B-2F50-CCC9-3E0F9016BF89}"/>
              </a:ext>
            </a:extLst>
          </p:cNvPr>
          <p:cNvSpPr/>
          <p:nvPr/>
        </p:nvSpPr>
        <p:spPr>
          <a:xfrm>
            <a:off x="9122933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50" name="Triangle 49">
            <a:extLst>
              <a:ext uri="{FF2B5EF4-FFF2-40B4-BE49-F238E27FC236}">
                <a16:creationId xmlns:a16="http://schemas.microsoft.com/office/drawing/2014/main" id="{1EBC5710-C37B-E97F-55B5-DEFE66165E98}"/>
              </a:ext>
            </a:extLst>
          </p:cNvPr>
          <p:cNvSpPr/>
          <p:nvPr/>
        </p:nvSpPr>
        <p:spPr>
          <a:xfrm>
            <a:off x="2828023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1" name="Triangle 50">
            <a:extLst>
              <a:ext uri="{FF2B5EF4-FFF2-40B4-BE49-F238E27FC236}">
                <a16:creationId xmlns:a16="http://schemas.microsoft.com/office/drawing/2014/main" id="{4EC7CB6E-F374-5C35-32AD-81AF949E65FE}"/>
              </a:ext>
            </a:extLst>
          </p:cNvPr>
          <p:cNvSpPr/>
          <p:nvPr/>
        </p:nvSpPr>
        <p:spPr>
          <a:xfrm>
            <a:off x="3582770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86CF8F54-1FF9-4A3C-EE07-1B673638E985}"/>
              </a:ext>
            </a:extLst>
          </p:cNvPr>
          <p:cNvSpPr/>
          <p:nvPr/>
        </p:nvSpPr>
        <p:spPr>
          <a:xfrm>
            <a:off x="5626036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6" name="Triangle 55">
            <a:extLst>
              <a:ext uri="{FF2B5EF4-FFF2-40B4-BE49-F238E27FC236}">
                <a16:creationId xmlns:a16="http://schemas.microsoft.com/office/drawing/2014/main" id="{AEFB755F-3907-59D6-A153-E4BEC6FBB253}"/>
              </a:ext>
            </a:extLst>
          </p:cNvPr>
          <p:cNvSpPr/>
          <p:nvPr/>
        </p:nvSpPr>
        <p:spPr>
          <a:xfrm>
            <a:off x="6352543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258C5C3A-6362-9760-2DB7-4BE3FCF1C7C0}"/>
              </a:ext>
            </a:extLst>
          </p:cNvPr>
          <p:cNvSpPr/>
          <p:nvPr/>
        </p:nvSpPr>
        <p:spPr>
          <a:xfrm>
            <a:off x="6654672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8" name="Triangle 57">
            <a:extLst>
              <a:ext uri="{FF2B5EF4-FFF2-40B4-BE49-F238E27FC236}">
                <a16:creationId xmlns:a16="http://schemas.microsoft.com/office/drawing/2014/main" id="{FAD9278F-E092-23C1-5084-590DF929EA6F}"/>
              </a:ext>
            </a:extLst>
          </p:cNvPr>
          <p:cNvSpPr/>
          <p:nvPr/>
        </p:nvSpPr>
        <p:spPr>
          <a:xfrm>
            <a:off x="8964029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E478A8-F8A3-033A-87ED-7425F2B9021D}"/>
              </a:ext>
            </a:extLst>
          </p:cNvPr>
          <p:cNvSpPr txBox="1"/>
          <p:nvPr/>
        </p:nvSpPr>
        <p:spPr>
          <a:xfrm>
            <a:off x="7816645" y="55748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7A6B4A-ACD5-461E-A9B6-EE01D2E9B20D}"/>
              </a:ext>
            </a:extLst>
          </p:cNvPr>
          <p:cNvSpPr txBox="1"/>
          <p:nvPr/>
        </p:nvSpPr>
        <p:spPr>
          <a:xfrm>
            <a:off x="2645502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74248F-9957-42EE-A223-D175EBF448F8}"/>
              </a:ext>
            </a:extLst>
          </p:cNvPr>
          <p:cNvSpPr txBox="1"/>
          <p:nvPr/>
        </p:nvSpPr>
        <p:spPr>
          <a:xfrm>
            <a:off x="3400249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E4C62B-BDAD-41D5-8028-FE56CF028F07}"/>
              </a:ext>
            </a:extLst>
          </p:cNvPr>
          <p:cNvSpPr txBox="1"/>
          <p:nvPr/>
        </p:nvSpPr>
        <p:spPr>
          <a:xfrm>
            <a:off x="5443286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891483-85DF-3768-41CC-D3D16330DA99}"/>
              </a:ext>
            </a:extLst>
          </p:cNvPr>
          <p:cNvSpPr txBox="1"/>
          <p:nvPr/>
        </p:nvSpPr>
        <p:spPr>
          <a:xfrm>
            <a:off x="6167214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F5EA62-A8D3-DFA4-6F4B-59789A728400}"/>
              </a:ext>
            </a:extLst>
          </p:cNvPr>
          <p:cNvSpPr txBox="1"/>
          <p:nvPr/>
        </p:nvSpPr>
        <p:spPr>
          <a:xfrm>
            <a:off x="6423875" y="2931952"/>
            <a:ext cx="69019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79D904-F980-4C8A-7931-2F9971DEB923}"/>
              </a:ext>
            </a:extLst>
          </p:cNvPr>
          <p:cNvSpPr txBox="1"/>
          <p:nvPr/>
        </p:nvSpPr>
        <p:spPr>
          <a:xfrm>
            <a:off x="8456767" y="2931952"/>
            <a:ext cx="124312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3" name="Chevron 2">
            <a:extLst>
              <a:ext uri="{FF2B5EF4-FFF2-40B4-BE49-F238E27FC236}">
                <a16:creationId xmlns:a16="http://schemas.microsoft.com/office/drawing/2014/main" id="{25D4C780-7C50-026A-6659-AF9A72113620}"/>
              </a:ext>
            </a:extLst>
          </p:cNvPr>
          <p:cNvSpPr/>
          <p:nvPr/>
        </p:nvSpPr>
        <p:spPr>
          <a:xfrm>
            <a:off x="4504218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2]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8537E9-0B8D-0902-EABE-C15CD8731612}"/>
              </a:ext>
            </a:extLst>
          </p:cNvPr>
          <p:cNvCxnSpPr>
            <a:cxnSpLocks/>
          </p:cNvCxnSpPr>
          <p:nvPr/>
        </p:nvCxnSpPr>
        <p:spPr>
          <a:xfrm>
            <a:off x="4504218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47A29E-3E29-BF10-CA9D-45BEB3FAD3FE}"/>
              </a:ext>
            </a:extLst>
          </p:cNvPr>
          <p:cNvSpPr txBox="1"/>
          <p:nvPr/>
        </p:nvSpPr>
        <p:spPr>
          <a:xfrm>
            <a:off x="5043113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BF513D-68D1-1AAF-2B9C-FE12C9615D67}"/>
              </a:ext>
            </a:extLst>
          </p:cNvPr>
          <p:cNvSpPr/>
          <p:nvPr/>
        </p:nvSpPr>
        <p:spPr>
          <a:xfrm>
            <a:off x="4504218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8BD02B-B026-E647-5170-52BD2F237474}"/>
              </a:ext>
            </a:extLst>
          </p:cNvPr>
          <p:cNvSpPr/>
          <p:nvPr/>
        </p:nvSpPr>
        <p:spPr>
          <a:xfrm>
            <a:off x="4504218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D5BA6E-9709-D714-2CFF-06CA33E4E726}"/>
              </a:ext>
            </a:extLst>
          </p:cNvPr>
          <p:cNvSpPr/>
          <p:nvPr/>
        </p:nvSpPr>
        <p:spPr>
          <a:xfrm>
            <a:off x="4504218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52" name="Triangle 51">
            <a:extLst>
              <a:ext uri="{FF2B5EF4-FFF2-40B4-BE49-F238E27FC236}">
                <a16:creationId xmlns:a16="http://schemas.microsoft.com/office/drawing/2014/main" id="{EA58DDF4-8C28-FE34-FA5E-A7A3BB6BB39D}"/>
              </a:ext>
            </a:extLst>
          </p:cNvPr>
          <p:cNvSpPr/>
          <p:nvPr/>
        </p:nvSpPr>
        <p:spPr>
          <a:xfrm>
            <a:off x="4337517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3" name="Triangle 52">
            <a:extLst>
              <a:ext uri="{FF2B5EF4-FFF2-40B4-BE49-F238E27FC236}">
                <a16:creationId xmlns:a16="http://schemas.microsoft.com/office/drawing/2014/main" id="{4F0520C9-57B2-70D1-2857-01B85797C7C8}"/>
              </a:ext>
            </a:extLst>
          </p:cNvPr>
          <p:cNvSpPr/>
          <p:nvPr/>
        </p:nvSpPr>
        <p:spPr>
          <a:xfrm>
            <a:off x="4899529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822819-8D13-0AC8-3BB4-BE659A47EE7D}"/>
              </a:ext>
            </a:extLst>
          </p:cNvPr>
          <p:cNvSpPr txBox="1"/>
          <p:nvPr/>
        </p:nvSpPr>
        <p:spPr>
          <a:xfrm>
            <a:off x="4719358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4581A0-046E-5027-8A7B-1F05CA9DFD10}"/>
              </a:ext>
            </a:extLst>
          </p:cNvPr>
          <p:cNvSpPr txBox="1"/>
          <p:nvPr/>
        </p:nvSpPr>
        <p:spPr>
          <a:xfrm>
            <a:off x="4106720" y="2936596"/>
            <a:ext cx="69019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7" name="Google Shape;746;p20">
            <a:extLst>
              <a:ext uri="{FF2B5EF4-FFF2-40B4-BE49-F238E27FC236}">
                <a16:creationId xmlns:a16="http://schemas.microsoft.com/office/drawing/2014/main" id="{D47AF818-AFE6-C3EA-6372-A37952799BA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00163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537</TotalTime>
  <Words>353</Words>
  <Application>Microsoft Macintosh PowerPoint</Application>
  <PresentationFormat>Bredbild</PresentationFormat>
  <Paragraphs>67</Paragraphs>
  <Slides>1</Slides>
  <Notes>0</Notes>
  <HiddenSlides>0</HiddenSlides>
  <MMClips>0</MMClips>
  <ScaleCrop>false</ScaleCrop>
  <HeadingPairs>
    <vt:vector size="8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6" baseType="lpstr">
      <vt:lpstr>Arial</vt:lpstr>
      <vt:lpstr>Segoe UI</vt:lpstr>
      <vt:lpstr>Wingdings</vt:lpstr>
      <vt:lpstr>Slideworks</vt:lpstr>
      <vt:lpstr>think-cell Slide</vt:lpstr>
      <vt:lpstr>[Project] will evolve through four main phases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Project Management Toolkit</dc:title>
  <dc:subject>Project management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Carl Adam Briggert</cp:lastModifiedBy>
  <cp:revision>405</cp:revision>
  <dcterms:created xsi:type="dcterms:W3CDTF">2025-08-23T09:22:07Z</dcterms:created>
  <dcterms:modified xsi:type="dcterms:W3CDTF">2025-12-16T08:49:02Z</dcterms:modified>
  <cp:category>Management consulting, presentation design, business</cp:category>
</cp:coreProperties>
</file>